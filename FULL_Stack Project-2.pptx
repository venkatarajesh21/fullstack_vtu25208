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1" r:id="rId16"/>
    <p:sldId id="270" r:id="rId17"/>
    <p:sldId id="265" r:id="rId18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  <p:bold r:id="rId29"/>
      <p:italic r:id="rId30"/>
      <p:boldItalic r:id="rId31"/>
    </p:embeddedFont>
    <p:embeddedFont>
      <p:font typeface="Gotham Bold Italics" panose="020B0604020202020204" charset="0"/>
      <p:regular r:id="rId28"/>
      <p:bold r:id="rId28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4" autoAdjust="0"/>
    <p:restoredTop sz="94635" autoAdjust="0"/>
  </p:normalViewPr>
  <p:slideViewPr>
    <p:cSldViewPr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2452725" y="-4705505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8432199" y="-239020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22-04-2026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201465" y="5960505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1028700" y="7818586"/>
            <a:ext cx="90678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P.VENKATA RAJESH– VTU25208–23UECS0859</a:t>
            </a:r>
            <a:endParaRPr lang="en-IN" sz="30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9961671" y="7818586"/>
            <a:ext cx="7897968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Courses Handling Faculty: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Dr. HEMAMALINI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Assistance Professor(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Sr.Grade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981200" y="1466182"/>
            <a:ext cx="15082325" cy="1264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Job Portal Management System is a web-based application designed to connect job seekers and employers on a single platform.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an easy-to-use interface where users can search, view, and apply for jobs online from anywhere.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post job vacancies with details such as skills, experience, and salary, and manage applicants efficiently.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students and job seekers create professional profiles and upload their resumes for better visibility.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the manual effort involved in traditional job searching and recruitment processes.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filter and search jobs based on category, location, skills, and experience level.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application status and provides real-time notifications to users.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enhances communication between job seekers and employers through automated updates and alerts.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ensures secure login with role-based access control (Student, Employer, Admin).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it simplifies, organizes, and digitalizes the recruitment process for better efficiency.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web-based Job Portal Management System that connects job seekers and employers on a single platform.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simplify and automate the recruitment process with features like job posting, job search, application tracking, and secure access.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244631" y="-2237175"/>
            <a:ext cx="11732787" cy="12976558"/>
            <a:chOff x="76200" y="47625"/>
            <a:chExt cx="867386" cy="959336"/>
          </a:xfrm>
        </p:grpSpPr>
        <p:sp>
          <p:nvSpPr>
            <p:cNvPr id="38" name="Freeform 38"/>
            <p:cNvSpPr/>
            <p:nvPr/>
          </p:nvSpPr>
          <p:spPr>
            <a:xfrm>
              <a:off x="130786" y="19416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41C82A-3AE1-8214-C930-CFAEBF0C7E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6" b="411"/>
          <a:stretch>
            <a:fillRect/>
          </a:stretch>
        </p:blipFill>
        <p:spPr>
          <a:xfrm>
            <a:off x="3951688" y="1592786"/>
            <a:ext cx="11055989" cy="792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0BBE-D4AE-FD0D-8513-0C9EDAA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5FCDA2F-6EEE-F6C2-CC63-A61A668A669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537568-0DDA-9F70-0404-7CD901B35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6EED94-8DC2-AB57-EB1F-C89546181F9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8074C1-B01B-C07A-6EDA-30BB005A0293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FA6438-64BE-5725-3513-D92D4BE594E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6AA46D-E494-5E76-556E-6E1A9BF426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7723B3F-5335-E2DB-02F8-B61BB91E1DD1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A211E7-0426-BCA1-2C39-2EDEAA3D7C1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DFE801-E11C-63ED-631A-B9E88C2D0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E7E3F35-5FF5-36D3-A89C-173EDBDDB76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A02A412-39D3-47B6-721F-2CFED26C2F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A9A639-BB68-1857-4DE9-200267BFBA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B0D992F-4FCD-83E3-FD6E-4F4B74D953E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1A660E-B956-686A-D943-A35AE5624B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8A63C00-B485-59B8-F20A-B2526C63CC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6B78CA-3BE9-CC9C-BFAD-162A3AFFFEA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39F65A-B918-B747-C6C6-49970F4FEC7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0ADF056-4B48-2785-B93A-57BB5583CC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7830DC6-27C1-0B67-328D-0FA1E0D6651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CF4ED1-C99E-F706-FA0F-608803A2C2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63080DD-71BF-762C-8640-A9ECFBE696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B3D72F49-9BD5-3691-737C-DD82CFD704A5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7B05D06-A5BA-F7A2-DD00-8A9D63A1F2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A2CF642-5BEF-199C-3B9F-A278F2297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DC34337-8CBA-46A1-5D63-DE1711C089EE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0E01612-CF4E-2538-55E7-C121C491F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09B5C74-96D4-DC02-41A0-2C5C141D99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8C66314-1914-D8A0-5244-F8A119793BF2}"/>
              </a:ext>
            </a:extLst>
          </p:cNvPr>
          <p:cNvGrpSpPr/>
          <p:nvPr/>
        </p:nvGrpSpPr>
        <p:grpSpPr>
          <a:xfrm>
            <a:off x="11046426" y="-345215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62D80A8-2C6F-0D13-9E38-3B1DF357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37FC99C-9411-FE63-E1EE-FC6A7788748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5974823D-264D-3302-0919-90A92F55C1E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7069B-D36B-A183-A0E7-5BC3AB84662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127B1-4DC4-DAFB-AF0D-38FE009AEA5E}"/>
              </a:ext>
            </a:extLst>
          </p:cNvPr>
          <p:cNvSpPr txBox="1"/>
          <p:nvPr/>
        </p:nvSpPr>
        <p:spPr>
          <a:xfrm>
            <a:off x="2176975" y="1181100"/>
            <a:ext cx="15082325" cy="11003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registration details, login credentials, job postings, resume uploads, and job applications.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authentication, job search and filtering, application submission, validation, and status tracking.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Stores user details, employer details, job listings, applications, and resume files.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Job listings, application status updates, notifications, user dashboard, and employer reports.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BEB47EAC-0F91-AE02-4A84-64D6ECC5F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3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B70045-5DFF-1322-8555-9B98CA358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6" t="-13516" r="3056" b="12884"/>
          <a:stretch>
            <a:fillRect/>
          </a:stretch>
        </p:blipFill>
        <p:spPr>
          <a:xfrm>
            <a:off x="4866851" y="361348"/>
            <a:ext cx="8536914" cy="9784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981200" y="2040097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HTML, CSS,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Java, Spring Boot, Spring MVC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Visual Studio Code, MySQL Workbench, Spring Initializer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System with minimum 4GB RAM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JDK 8 or above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Spring Boot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 Server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Web Browser (Chrome)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4249400" y="-145462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7934" y="1771084"/>
            <a:ext cx="15082325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Job Seeker (User)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profile creation, resume upload, job search, and applying for jobs.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Employer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employer login, posting job vacancies, managing job listings, and viewing applicants.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3: Job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job details, job updates, filtering, searching, and deletion of job postings.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Application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job applications, application tracking, status updates, and shortlist/reject process.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Notification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email notifications and alerts for job applications, status updates, and job postings.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2408E-E7CC-3E92-35BA-19AAAA744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87" y="2216854"/>
            <a:ext cx="11406226" cy="529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831455" y="6897565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0AE182F-1B88-845A-E771-0E0DB22D9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902" y="2011982"/>
            <a:ext cx="10241995" cy="478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8" y="7227433"/>
            <a:ext cx="14261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secure access to the system and redirects users to their respective dashboards after successful login.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1EA2E-D458-388D-626B-62B5A0559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982349"/>
            <a:ext cx="10858195" cy="501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951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 JOB POSTING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26A9F-DD99-C913-ADE0-2182717D1411}"/>
              </a:ext>
            </a:extLst>
          </p:cNvPr>
          <p:cNvSpPr txBox="1"/>
          <p:nvPr/>
        </p:nvSpPr>
        <p:spPr>
          <a:xfrm>
            <a:off x="3225211" y="7246464"/>
            <a:ext cx="139454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create and post new job vacancies by entering details like title, description,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employers manage job listings and attract suitable candidates for recruitment.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E9098F-CF08-B87F-84D6-9706089AC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496" y="2038577"/>
            <a:ext cx="10580541" cy="493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6589165" y="1226631"/>
            <a:ext cx="4451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DE623-B9AD-E349-982B-7D6CAA8EC0CF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displays available job opportunities with details like job title, company,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search jobs and view detailed information before applying.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8F253-EA02-C5FE-98BD-EB5BC1501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328" y="1872962"/>
            <a:ext cx="11090047" cy="499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67000" y="2018736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4588</TotalTime>
  <Words>1282</Words>
  <Application>Microsoft Office PowerPoint</Application>
  <PresentationFormat>Custom</PresentationFormat>
  <Paragraphs>334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Times New Roman</vt:lpstr>
      <vt:lpstr>Gotham</vt:lpstr>
      <vt:lpstr>Bookman Old Style</vt:lpstr>
      <vt:lpstr>Calibri</vt:lpstr>
      <vt:lpstr>Gotham Bold Italics</vt:lpstr>
      <vt:lpstr>Cambria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Achukatlu Kaif</dc:creator>
  <cp:lastModifiedBy>venkatarajesh pushpagiri</cp:lastModifiedBy>
  <cp:revision>73</cp:revision>
  <dcterms:created xsi:type="dcterms:W3CDTF">2006-08-16T00:00:00Z</dcterms:created>
  <dcterms:modified xsi:type="dcterms:W3CDTF">2026-05-06T04:28:17Z</dcterms:modified>
  <dc:identifier>DAHCaYqJ9OU</dc:identifier>
</cp:coreProperties>
</file>