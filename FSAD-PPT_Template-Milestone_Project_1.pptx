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019C6-437B-449A-BF35-3120AD49C401}" v="5" dt="2026-03-25T04:11:06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rajesh pushpagiri" userId="984faa9d4205a605" providerId="LiveId" clId="{26675C12-5AAC-4791-92F5-297F88DBDDBC}"/>
    <pc:docChg chg="undo custSel modSld">
      <pc:chgData name="venkatarajesh pushpagiri" userId="984faa9d4205a605" providerId="LiveId" clId="{26675C12-5AAC-4791-92F5-297F88DBDDBC}" dt="2026-03-25T04:38:34.807" v="830" actId="1076"/>
      <pc:docMkLst>
        <pc:docMk/>
      </pc:docMkLst>
      <pc:sldChg chg="modSp mod">
        <pc:chgData name="venkatarajesh pushpagiri" userId="984faa9d4205a605" providerId="LiveId" clId="{26675C12-5AAC-4791-92F5-297F88DBDDBC}" dt="2026-03-25T04:38:34.807" v="830" actId="1076"/>
        <pc:sldMkLst>
          <pc:docMk/>
          <pc:sldMk cId="0" sldId="256"/>
        </pc:sldMkLst>
        <pc:spChg chg="mod">
          <ac:chgData name="venkatarajesh pushpagiri" userId="984faa9d4205a605" providerId="LiveId" clId="{26675C12-5AAC-4791-92F5-297F88DBDDBC}" dt="2026-03-25T04:38:34.807" v="830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venkatarajesh pushpagiri" userId="984faa9d4205a605" providerId="LiveId" clId="{26675C12-5AAC-4791-92F5-297F88DBDDBC}" dt="2026-03-25T03:56:29.561" v="753" actId="20577"/>
          <ac:spMkLst>
            <pc:docMk/>
            <pc:sldMk cId="0" sldId="256"/>
            <ac:spMk id="15" creationId="{6FF32D1A-2F9C-AC53-CCBD-ABF748DF236F}"/>
          </ac:spMkLst>
        </pc:spChg>
        <pc:spChg chg="mod">
          <ac:chgData name="venkatarajesh pushpagiri" userId="984faa9d4205a605" providerId="LiveId" clId="{26675C12-5AAC-4791-92F5-297F88DBDDBC}" dt="2026-03-25T03:56:50.761" v="763" actId="20577"/>
          <ac:spMkLst>
            <pc:docMk/>
            <pc:sldMk cId="0" sldId="256"/>
            <ac:spMk id="27" creationId="{AC6C53BF-3850-6683-E07F-D595EC8B02B2}"/>
          </ac:spMkLst>
        </pc:spChg>
      </pc:sldChg>
      <pc:sldChg chg="addSp delSp modSp mod">
        <pc:chgData name="venkatarajesh pushpagiri" userId="984faa9d4205a605" providerId="LiveId" clId="{26675C12-5AAC-4791-92F5-297F88DBDDBC}" dt="2026-03-22T16:17:21.383" v="8" actId="14100"/>
        <pc:sldMkLst>
          <pc:docMk/>
          <pc:sldMk cId="0" sldId="262"/>
        </pc:sldMkLst>
        <pc:spChg chg="add mod">
          <ac:chgData name="venkatarajesh pushpagiri" userId="984faa9d4205a605" providerId="LiveId" clId="{26675C12-5AAC-4791-92F5-297F88DBDDBC}" dt="2026-03-22T16:16:59.846" v="3" actId="14100"/>
          <ac:spMkLst>
            <pc:docMk/>
            <pc:sldMk cId="0" sldId="262"/>
            <ac:spMk id="2" creationId="{90130058-1D5F-B016-6789-369FA1AE473B}"/>
          </ac:spMkLst>
        </pc:spChg>
        <pc:picChg chg="add mod">
          <ac:chgData name="venkatarajesh pushpagiri" userId="984faa9d4205a605" providerId="LiveId" clId="{26675C12-5AAC-4791-92F5-297F88DBDDBC}" dt="2026-03-22T16:17:21.383" v="8" actId="14100"/>
          <ac:picMkLst>
            <pc:docMk/>
            <pc:sldMk cId="0" sldId="262"/>
            <ac:picMk id="4" creationId="{7F4DBB25-506F-2C70-B374-308D2B8C0EAB}"/>
          </ac:picMkLst>
        </pc:picChg>
      </pc:sldChg>
      <pc:sldChg chg="addSp modSp mod">
        <pc:chgData name="venkatarajesh pushpagiri" userId="984faa9d4205a605" providerId="LiveId" clId="{26675C12-5AAC-4791-92F5-297F88DBDDBC}" dt="2026-03-22T16:25:50.805" v="507" actId="1076"/>
        <pc:sldMkLst>
          <pc:docMk/>
          <pc:sldMk cId="0" sldId="263"/>
        </pc:sldMkLst>
        <pc:spChg chg="mod">
          <ac:chgData name="venkatarajesh pushpagiri" userId="984faa9d4205a605" providerId="LiveId" clId="{26675C12-5AAC-4791-92F5-297F88DBDDBC}" dt="2026-03-22T16:25:50.805" v="507" actId="1076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venkatarajesh pushpagiri" userId="984faa9d4205a605" providerId="LiveId" clId="{26675C12-5AAC-4791-92F5-297F88DBDDBC}" dt="2026-03-22T17:11:12.050" v="569" actId="20577"/>
        <pc:sldMkLst>
          <pc:docMk/>
          <pc:sldMk cId="0" sldId="264"/>
        </pc:sldMkLst>
        <pc:spChg chg="mod">
          <ac:chgData name="venkatarajesh pushpagiri" userId="984faa9d4205a605" providerId="LiveId" clId="{26675C12-5AAC-4791-92F5-297F88DBDDBC}" dt="2026-03-22T17:11:12.050" v="569" actId="20577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 mod">
        <pc:chgData name="venkatarajesh pushpagiri" userId="984faa9d4205a605" providerId="LiveId" clId="{26675C12-5AAC-4791-92F5-297F88DBDDBC}" dt="2026-03-25T04:04:56.895" v="788" actId="1076"/>
        <pc:sldMkLst>
          <pc:docMk/>
          <pc:sldMk cId="1998101144" sldId="266"/>
        </pc:sldMkLst>
        <pc:spChg chg="add mod">
          <ac:chgData name="venkatarajesh pushpagiri" userId="984faa9d4205a605" providerId="LiveId" clId="{26675C12-5AAC-4791-92F5-297F88DBDDBC}" dt="2026-03-25T04:04:56.895" v="788" actId="1076"/>
          <ac:spMkLst>
            <pc:docMk/>
            <pc:sldMk cId="1998101144" sldId="266"/>
            <ac:spMk id="38" creationId="{27587098-3ADB-F78A-BCA9-931A9416AAC8}"/>
          </ac:spMkLst>
        </pc:spChg>
        <pc:spChg chg="add del mod">
          <ac:chgData name="venkatarajesh pushpagiri" userId="984faa9d4205a605" providerId="LiveId" clId="{26675C12-5AAC-4791-92F5-297F88DBDDBC}" dt="2026-03-25T03:58:23.004" v="778" actId="21"/>
          <ac:spMkLst>
            <pc:docMk/>
            <pc:sldMk cId="1998101144" sldId="266"/>
            <ac:spMk id="44" creationId="{9EC6A4DA-6D4B-3E6A-CF92-E543DD7AFBF5}"/>
          </ac:spMkLst>
        </pc:spChg>
        <pc:picChg chg="add del mod">
          <ac:chgData name="venkatarajesh pushpagiri" userId="984faa9d4205a605" providerId="LiveId" clId="{26675C12-5AAC-4791-92F5-297F88DBDDBC}" dt="2026-03-25T03:57:49.695" v="765" actId="21"/>
          <ac:picMkLst>
            <pc:docMk/>
            <pc:sldMk cId="1998101144" sldId="266"/>
            <ac:picMk id="3" creationId="{65EB5DC6-4096-B037-2AA7-077F4336DF5E}"/>
          </ac:picMkLst>
        </pc:picChg>
        <pc:picChg chg="add mod">
          <ac:chgData name="venkatarajesh pushpagiri" userId="984faa9d4205a605" providerId="LiveId" clId="{26675C12-5AAC-4791-92F5-297F88DBDDBC}" dt="2026-03-25T03:59:05.932" v="781" actId="1076"/>
          <ac:picMkLst>
            <pc:docMk/>
            <pc:sldMk cId="1998101144" sldId="266"/>
            <ac:picMk id="5" creationId="{4D59BE72-23D7-7530-006B-EE19127D8BE2}"/>
          </ac:picMkLst>
        </pc:picChg>
      </pc:sldChg>
      <pc:sldChg chg="addSp modSp mod">
        <pc:chgData name="venkatarajesh pushpagiri" userId="984faa9d4205a605" providerId="LiveId" clId="{26675C12-5AAC-4791-92F5-297F88DBDDBC}" dt="2026-03-25T04:08:50.853" v="818" actId="20577"/>
        <pc:sldMkLst>
          <pc:docMk/>
          <pc:sldMk cId="47544820" sldId="267"/>
        </pc:sldMkLst>
        <pc:spChg chg="add mod">
          <ac:chgData name="venkatarajesh pushpagiri" userId="984faa9d4205a605" providerId="LiveId" clId="{26675C12-5AAC-4791-92F5-297F88DBDDBC}" dt="2026-03-25T04:08:50.853" v="818" actId="20577"/>
          <ac:spMkLst>
            <pc:docMk/>
            <pc:sldMk cId="47544820" sldId="267"/>
            <ac:spMk id="5" creationId="{4CC21F11-8E7C-64D6-07C5-57AC47CB1FFB}"/>
          </ac:spMkLst>
        </pc:spChg>
        <pc:picChg chg="add mod">
          <ac:chgData name="venkatarajesh pushpagiri" userId="984faa9d4205a605" providerId="LiveId" clId="{26675C12-5AAC-4791-92F5-297F88DBDDBC}" dt="2026-03-25T04:07:51.969" v="804" actId="14100"/>
          <ac:picMkLst>
            <pc:docMk/>
            <pc:sldMk cId="47544820" sldId="267"/>
            <ac:picMk id="3" creationId="{FBFDD5F9-070E-564D-F67E-EAA263F70CF9}"/>
          </ac:picMkLst>
        </pc:picChg>
      </pc:sldChg>
      <pc:sldChg chg="addSp modSp mod">
        <pc:chgData name="venkatarajesh pushpagiri" userId="984faa9d4205a605" providerId="LiveId" clId="{26675C12-5AAC-4791-92F5-297F88DBDDBC}" dt="2026-03-25T04:11:06.179" v="829" actId="20577"/>
        <pc:sldMkLst>
          <pc:docMk/>
          <pc:sldMk cId="84889951" sldId="268"/>
        </pc:sldMkLst>
        <pc:spChg chg="add mod">
          <ac:chgData name="venkatarajesh pushpagiri" userId="984faa9d4205a605" providerId="LiveId" clId="{26675C12-5AAC-4791-92F5-297F88DBDDBC}" dt="2026-03-25T04:11:06.179" v="829" actId="20577"/>
          <ac:spMkLst>
            <pc:docMk/>
            <pc:sldMk cId="84889951" sldId="268"/>
            <ac:spMk id="4" creationId="{DC0DC59F-F08E-BC90-8E3C-B19DD07912CD}"/>
          </ac:spMkLst>
        </pc:spChg>
        <pc:picChg chg="add mod">
          <ac:chgData name="venkatarajesh pushpagiri" userId="984faa9d4205a605" providerId="LiveId" clId="{26675C12-5AAC-4791-92F5-297F88DBDDBC}" dt="2026-03-25T04:03:40.470" v="783" actId="1076"/>
          <ac:picMkLst>
            <pc:docMk/>
            <pc:sldMk cId="84889951" sldId="268"/>
            <ac:picMk id="3" creationId="{CEA44738-0EAF-F8E4-78F1-DDDBFA795741}"/>
          </ac:picMkLst>
        </pc:picChg>
      </pc:sldChg>
      <pc:sldChg chg="addSp modSp mod">
        <pc:chgData name="venkatarajesh pushpagiri" userId="984faa9d4205a605" providerId="LiveId" clId="{26675C12-5AAC-4791-92F5-297F88DBDDBC}" dt="2026-03-25T04:09:06.256" v="824" actId="20577"/>
        <pc:sldMkLst>
          <pc:docMk/>
          <pc:sldMk cId="3981187392" sldId="269"/>
        </pc:sldMkLst>
        <pc:spChg chg="add mod">
          <ac:chgData name="venkatarajesh pushpagiri" userId="984faa9d4205a605" providerId="LiveId" clId="{26675C12-5AAC-4791-92F5-297F88DBDDBC}" dt="2026-03-25T04:09:06.256" v="824" actId="20577"/>
          <ac:spMkLst>
            <pc:docMk/>
            <pc:sldMk cId="3981187392" sldId="269"/>
            <ac:spMk id="5" creationId="{7D508130-49F1-97FE-C813-781676C35EB6}"/>
          </ac:spMkLst>
        </pc:spChg>
        <pc:spChg chg="mod">
          <ac:chgData name="venkatarajesh pushpagiri" userId="984faa9d4205a605" providerId="LiveId" clId="{26675C12-5AAC-4791-92F5-297F88DBDDBC}" dt="2026-03-25T03:40:48.900" v="582" actId="1076"/>
          <ac:spMkLst>
            <pc:docMk/>
            <pc:sldMk cId="3981187392" sldId="269"/>
            <ac:spMk id="44" creationId="{746F2C30-13B1-3754-C147-D58A899BC459}"/>
          </ac:spMkLst>
        </pc:spChg>
        <pc:picChg chg="add mod">
          <ac:chgData name="venkatarajesh pushpagiri" userId="984faa9d4205a605" providerId="LiveId" clId="{26675C12-5AAC-4791-92F5-297F88DBDDBC}" dt="2026-03-25T04:06:04.869" v="789" actId="14100"/>
          <ac:picMkLst>
            <pc:docMk/>
            <pc:sldMk cId="3981187392" sldId="269"/>
            <ac:picMk id="3" creationId="{1D3C5741-5AB7-ACDF-1859-1BC2FCDF4D1B}"/>
          </ac:picMkLst>
        </pc:picChg>
      </pc:sldChg>
      <pc:sldChg chg="addSp modSp mod">
        <pc:chgData name="venkatarajesh pushpagiri" userId="984faa9d4205a605" providerId="LiveId" clId="{26675C12-5AAC-4791-92F5-297F88DBDDBC}" dt="2026-03-22T16:38:21.263" v="568" actId="255"/>
        <pc:sldMkLst>
          <pc:docMk/>
          <pc:sldMk cId="1838976791" sldId="270"/>
        </pc:sldMkLst>
        <pc:spChg chg="mod">
          <ac:chgData name="venkatarajesh pushpagiri" userId="984faa9d4205a605" providerId="LiveId" clId="{26675C12-5AAC-4791-92F5-297F88DBDDBC}" dt="2026-03-22T16:38:07.921" v="567" actId="1076"/>
          <ac:spMkLst>
            <pc:docMk/>
            <pc:sldMk cId="1838976791" sldId="270"/>
            <ac:spMk id="2" creationId="{BC926643-39EA-932E-6755-230476B3078D}"/>
          </ac:spMkLst>
        </pc:spChg>
        <pc:spChg chg="add mod">
          <ac:chgData name="venkatarajesh pushpagiri" userId="984faa9d4205a605" providerId="LiveId" clId="{26675C12-5AAC-4791-92F5-297F88DBDDBC}" dt="2026-03-22T16:38:21.263" v="568" actId="255"/>
          <ac:spMkLst>
            <pc:docMk/>
            <pc:sldMk cId="1838976791" sldId="270"/>
            <ac:spMk id="4" creationId="{38970816-2A29-06A7-99B5-371390B59D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6199036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E-Commerce Interface with State-Persistent Cart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PUSHPAGIRI VENKATA RAJESH (VTU25208)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860065" y="777463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 .S . HEMAMALINI –Assistant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  <a:endParaRPr lang="en-IN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190023" y="5606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FFB727B-88F1-8650-E421-0452B93CC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5176" y="1975464"/>
            <a:ext cx="13397648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shopping systems often lack cart persistence, causing data loss after refresh or session expiry.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expect seamless and responsive shopping experiences across multiple devices.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 reliable system that maintains cart state and improves usability.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is a responsive e-commerce interface with dynamic product display.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Cart operations are handled in real time for better user interaction.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Browser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used to retain cart and product data across sessions.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admin panel enables efficient product and stock management.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demonstrates practical application of modern frontend web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e-commerce systems do not maintain cart data after page refresh or session end.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loss of selected products and poor user experience.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 are not fully responsive across different devices.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product data increases complexity and errors.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admin control makes product management inefficient.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reliable mechanism for stock and cart state persistence.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affect usability and system reliability.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responsive e-commerce system with a state-persistent cart is required.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To design and develop</a:t>
            </a:r>
            <a:r>
              <a:rPr lang="en-US" sz="2800" dirty="0"/>
              <a:t> a responsive e-commerce web interface that displays products and supports seamless user interaction across devices.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To implement</a:t>
            </a:r>
            <a:r>
              <a:rPr lang="en-US" sz="2800" dirty="0"/>
              <a:t> a state-persistent shopping cart using browser </a:t>
            </a:r>
            <a:r>
              <a:rPr lang="en-US" sz="2800" dirty="0" err="1"/>
              <a:t>localStorage</a:t>
            </a:r>
            <a:r>
              <a:rPr lang="en-US" sz="2800" dirty="0"/>
              <a:t> to retain cart data across page refreshes and sessions.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4FD1F-B884-4454-F6D1-BFC5B00E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105" y="1505447"/>
            <a:ext cx="15818295" cy="587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responsive e-commerce web application developed using HTML, CSS, and JavaScript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dynamic product display with real-time cart updates.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shopping cart state is preserved using browser local Storage across sessions.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eliminates cart data loss during page refresh or browser restart.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admin panel allows efficient product, price, and stock management.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adapts seamlessly to different screen sizes and devices.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manual effort and improves operational efficiency.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offers improved usability and reliability compared to traditional systems.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-304800" y="1051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49183" y="1631035"/>
            <a:ext cx="13548018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Input</a:t>
            </a:r>
          </a:p>
          <a:p>
            <a:r>
              <a:rPr lang="en-US" sz="2800" dirty="0"/>
              <a:t>User inputs include product selection, quantity selection, search queries, and cart actions.</a:t>
            </a:r>
          </a:p>
          <a:p>
            <a:r>
              <a:rPr lang="en-US" sz="2800" dirty="0"/>
              <a:t>Admin inputs include product details such as name, price, stock, and image path.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Processing</a:t>
            </a:r>
          </a:p>
          <a:p>
            <a:r>
              <a:rPr lang="en-US" sz="2800" dirty="0"/>
              <a:t>The system processes user actions like adding, removing, and updating cart items.</a:t>
            </a:r>
          </a:p>
          <a:p>
            <a:r>
              <a:rPr lang="en-US" sz="2800" dirty="0"/>
              <a:t>JavaScript handles real-time calculations of cart totals and item quantities.</a:t>
            </a:r>
          </a:p>
          <a:p>
            <a:r>
              <a:rPr lang="en-US" sz="2800" dirty="0"/>
              <a:t>Validation is performed for product stock and user interactions.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Database</a:t>
            </a:r>
          </a:p>
          <a:p>
            <a:r>
              <a:rPr lang="en-US" sz="2800" dirty="0"/>
              <a:t>Browser </a:t>
            </a:r>
            <a:r>
              <a:rPr lang="en-US" sz="2800" b="1" dirty="0"/>
              <a:t>local Storage</a:t>
            </a:r>
            <a:r>
              <a:rPr lang="en-US" sz="2800" dirty="0"/>
              <a:t> is used as the database.</a:t>
            </a:r>
          </a:p>
          <a:p>
            <a:r>
              <a:rPr lang="en-US" sz="2800" dirty="0"/>
              <a:t>Product details, cart data, and admin-managed items are stored persistently.</a:t>
            </a:r>
          </a:p>
          <a:p>
            <a:r>
              <a:rPr lang="en-US" sz="2800" dirty="0"/>
              <a:t>Data remains available even after page refresh or browser restart.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Output</a:t>
            </a:r>
          </a:p>
          <a:p>
            <a:r>
              <a:rPr lang="en-US" sz="2800" dirty="0"/>
              <a:t>Displays updated product listings and cart details dynamically.</a:t>
            </a:r>
          </a:p>
          <a:p>
            <a:r>
              <a:rPr lang="en-US" sz="2800" dirty="0"/>
              <a:t>Shows total price, item count, and stock availability in real time.</a:t>
            </a:r>
          </a:p>
          <a:p>
            <a:r>
              <a:rPr lang="en-US" sz="2800" dirty="0"/>
              <a:t>Generates checkout confirmation and invoice details for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Generated image: Responsive e-commerce system flowchart">
            <a:extLst>
              <a:ext uri="{FF2B5EF4-FFF2-40B4-BE49-F238E27FC236}">
                <a16:creationId xmlns:a16="http://schemas.microsoft.com/office/drawing/2014/main" id="{90130058-1D5F-B016-6789-369FA1AE4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571500"/>
            <a:ext cx="4724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DBB25-506F-2C70-B374-308D2B8C0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493795"/>
            <a:ext cx="11944350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70087" y="2217378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</a:t>
            </a:r>
            <a:r>
              <a:rPr lang="en-IN" sz="2800" dirty="0"/>
              <a:t> HTML5, CSS3, JavaScript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Backend: Node.js with Express.js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  <a:r>
              <a:rPr lang="en-IN" sz="2800" dirty="0"/>
              <a:t> MongoDB (NoSQL)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Tools:</a:t>
            </a:r>
            <a:r>
              <a:rPr lang="en-IN" sz="2800" dirty="0"/>
              <a:t> Visual Studio Code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buFontTx/>
              <a:buChar char="-"/>
            </a:pPr>
            <a:r>
              <a:rPr lang="en-US" sz="2800" b="1" dirty="0"/>
              <a:t>Hardware:                                                         - &gt; </a:t>
            </a:r>
            <a:r>
              <a:rPr lang="en-IN" sz="2800" b="1" dirty="0"/>
              <a:t>Software:</a:t>
            </a:r>
            <a:r>
              <a:rPr lang="en-US" sz="2800" b="1" dirty="0"/>
              <a:t>                                               </a:t>
            </a:r>
          </a:p>
          <a:p>
            <a:pPr lvl="1"/>
            <a:r>
              <a:rPr lang="en-US" sz="2800" dirty="0"/>
              <a:t>Minimum 4GB RAM                                              </a:t>
            </a:r>
            <a:r>
              <a:rPr lang="en-IN" sz="2800" dirty="0"/>
              <a:t>Web Browser (Chrome/Edge) </a:t>
            </a:r>
            <a:r>
              <a:rPr lang="en-US" sz="2800" dirty="0"/>
              <a:t>                                            </a:t>
            </a:r>
          </a:p>
          <a:p>
            <a:pPr lvl="1"/>
            <a:r>
              <a:rPr lang="en-US" sz="2800" dirty="0"/>
              <a:t>Processor: Intel i3 or above                                  Node.js/python </a:t>
            </a:r>
          </a:p>
          <a:p>
            <a:pPr lvl="1"/>
            <a:r>
              <a:rPr lang="en-US" sz="2800" dirty="0"/>
              <a:t>Internet Connection                                               Database Server(</a:t>
            </a:r>
            <a:r>
              <a:rPr lang="en-US" sz="2800" dirty="0" err="1"/>
              <a:t>MangoDB</a:t>
            </a:r>
            <a:r>
              <a:rPr lang="en-US" sz="2800" dirty="0"/>
              <a:t>/MySQL)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/>
              <a:t>Handles user registration, login, and profile management with secure authentication. Enables users to securely access their accounts and manage personal details.</a:t>
            </a:r>
          </a:p>
          <a:p>
            <a:r>
              <a:rPr lang="en-IN" sz="2800" b="1" dirty="0"/>
              <a:t>Module 2: Core Processing</a:t>
            </a:r>
          </a:p>
          <a:p>
            <a:r>
              <a:rPr lang="en-US" sz="2800" dirty="0"/>
              <a:t>Manages product browsing, selection, and cart operations. Implements a state-persistent cart to retain items even after page refresh or logout.</a:t>
            </a:r>
          </a:p>
          <a:p>
            <a:r>
              <a:rPr lang="en-IN" sz="2800" b="1" dirty="0"/>
              <a:t>Module 3: Database Management</a:t>
            </a:r>
          </a:p>
          <a:p>
            <a:r>
              <a:rPr lang="en-US" sz="2800" dirty="0"/>
              <a:t>Stores and manages user data, product details, and order information. Ensures fast retrieval, consistency, and data integrity.</a:t>
            </a:r>
            <a:endParaRPr lang="en-IN" sz="2800" dirty="0"/>
          </a:p>
          <a:p>
            <a:r>
              <a:rPr lang="en-IN" sz="2800" b="1" dirty="0"/>
              <a:t>Module 4: Reporting &amp; Analytics</a:t>
            </a:r>
          </a:p>
          <a:p>
            <a:r>
              <a:rPr lang="en-US" sz="2800" dirty="0"/>
              <a:t>Handles order placement, payment processing, and generates insights such as purchase history and user activity for better decision-making.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9BE72-23D7-7530-006B-EE19127D8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627806"/>
            <a:ext cx="8773005" cy="523707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7587098-3ADB-F78A-BCA9-931A9416AAC8}"/>
              </a:ext>
            </a:extLst>
          </p:cNvPr>
          <p:cNvSpPr txBox="1"/>
          <p:nvPr/>
        </p:nvSpPr>
        <p:spPr>
          <a:xfrm>
            <a:off x="3048626" y="7760846"/>
            <a:ext cx="14210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signup page allows users to create an account by entering a username and password, storing the details securely using local storage.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and user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659720" y="221925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C5741-5AB7-ACDF-1859-1BC2FCDF4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323" y="1194713"/>
            <a:ext cx="9755277" cy="6691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508130-49F1-97FE-C813-781676C35EB6}"/>
              </a:ext>
            </a:extLst>
          </p:cNvPr>
          <p:cNvSpPr txBox="1"/>
          <p:nvPr/>
        </p:nvSpPr>
        <p:spPr>
          <a:xfrm>
            <a:off x="3776411" y="8460322"/>
            <a:ext cx="14210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checkout page collects customer details and displays a clear order summary including selected items and total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 smooth purchase process by allowing users to review their order before placing it.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FDD5F9-070E-564D-F67E-EAA263F70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936" y="1146935"/>
            <a:ext cx="11340128" cy="6815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21F11-8E7C-64D6-07C5-57AC47CB1FFB}"/>
              </a:ext>
            </a:extLst>
          </p:cNvPr>
          <p:cNvSpPr txBox="1"/>
          <p:nvPr/>
        </p:nvSpPr>
        <p:spPr>
          <a:xfrm>
            <a:off x="3216966" y="8493734"/>
            <a:ext cx="14210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invoice page displays complete order details including customer information, purchased items, and the final total amount.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professional billing summary with options to print/save the invoice or return to shopping.</a:t>
            </a: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44738-0EAF-F8E4-78F1-DDDBFA795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592" y="2412001"/>
            <a:ext cx="13327335" cy="591585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C0DC59F-F08E-BC90-8E3C-B19DD0791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8600493"/>
            <a:ext cx="119186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admin page allows authorized users to add and manage products by entering details like name, price, stock, and image.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efficient product management by storing items and updating the product list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2285838" y="1034623"/>
            <a:ext cx="113728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Advantages</a:t>
            </a:r>
          </a:p>
          <a:p>
            <a:r>
              <a:rPr lang="en-IN" sz="4800" dirty="0"/>
              <a:t> </a:t>
            </a:r>
            <a:r>
              <a:rPr lang="en-IN" sz="2800" b="1" dirty="0"/>
              <a:t>Responsive Design:</a:t>
            </a:r>
            <a:r>
              <a:rPr lang="en-IN" sz="2800" dirty="0"/>
              <a:t> Works seamlessly on mobile, tablet, and desktop </a:t>
            </a:r>
          </a:p>
          <a:p>
            <a:r>
              <a:rPr lang="en-IN" sz="2800" dirty="0"/>
              <a:t> </a:t>
            </a:r>
            <a:r>
              <a:rPr lang="en-IN" sz="2800" b="1" dirty="0"/>
              <a:t>Persistent Cart:</a:t>
            </a:r>
            <a:r>
              <a:rPr lang="en-IN" sz="2800" dirty="0"/>
              <a:t> Cart items are saved even after refresh or logout </a:t>
            </a:r>
          </a:p>
          <a:p>
            <a:r>
              <a:rPr lang="en-IN" sz="2800" dirty="0"/>
              <a:t> </a:t>
            </a:r>
            <a:r>
              <a:rPr lang="en-IN" sz="2800" b="1" dirty="0"/>
              <a:t>Improved User Experience:</a:t>
            </a:r>
            <a:r>
              <a:rPr lang="en-IN" sz="2800" dirty="0"/>
              <a:t> Smooth and uninterrupted shopping </a:t>
            </a:r>
          </a:p>
          <a:p>
            <a:r>
              <a:rPr lang="en-IN" sz="2800" dirty="0"/>
              <a:t> </a:t>
            </a:r>
            <a:r>
              <a:rPr lang="en-IN" sz="2800" b="1" dirty="0"/>
              <a:t>Faster Navigation:</a:t>
            </a:r>
            <a:r>
              <a:rPr lang="en-IN" sz="2800" dirty="0"/>
              <a:t> Efficient browsing and product search </a:t>
            </a:r>
          </a:p>
          <a:p>
            <a:r>
              <a:rPr lang="en-IN" sz="2800" b="1" dirty="0"/>
              <a:t>Scalability:</a:t>
            </a:r>
            <a:r>
              <a:rPr lang="en-IN" sz="2800" dirty="0"/>
              <a:t> Can be expanded with more features (payment, tracking, etc.)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70816-2A29-06A7-99B5-371390B59DA2}"/>
              </a:ext>
            </a:extLst>
          </p:cNvPr>
          <p:cNvSpPr txBox="1"/>
          <p:nvPr/>
        </p:nvSpPr>
        <p:spPr>
          <a:xfrm>
            <a:off x="2285838" y="4880952"/>
            <a:ext cx="1188736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b="1" dirty="0"/>
              <a:t>Dependency on Internet:</a:t>
            </a:r>
            <a:r>
              <a:rPr lang="en-US" sz="2800" dirty="0"/>
              <a:t> Requires stable connection for full functionality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Security Risks:</a:t>
            </a:r>
            <a:r>
              <a:rPr lang="en-US" sz="2800" dirty="0"/>
              <a:t> Needs strong protection for user data and payments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b="1" dirty="0"/>
              <a:t>Storage Limitations:</a:t>
            </a:r>
            <a:r>
              <a:rPr lang="en-US" sz="2800" dirty="0"/>
              <a:t> Local storage has size constraints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b="1" dirty="0"/>
              <a:t>Performance Issues:</a:t>
            </a:r>
            <a:r>
              <a:rPr lang="en-US" sz="2800" dirty="0"/>
              <a:t> May slow down with large product 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b="1" dirty="0"/>
              <a:t>Browser Compatibility:</a:t>
            </a:r>
            <a:r>
              <a:rPr lang="en-US" sz="2800" dirty="0"/>
              <a:t> Some features may vary across browsers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1166</Words>
  <Application>Microsoft Office PowerPoint</Application>
  <PresentationFormat>Custom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Gotham Bold Italics</vt:lpstr>
      <vt:lpstr>Gotham</vt:lpstr>
      <vt:lpstr>Times New Roman</vt:lpstr>
      <vt:lpstr>Cambria</vt:lpstr>
      <vt:lpstr>Wingdings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venkatarajesh pushpagiri</cp:lastModifiedBy>
  <cp:revision>11</cp:revision>
  <dcterms:created xsi:type="dcterms:W3CDTF">2006-08-16T00:00:00Z</dcterms:created>
  <dcterms:modified xsi:type="dcterms:W3CDTF">2026-03-25T04:38:45Z</dcterms:modified>
  <dc:identifier>DAHCaYqJ9OU</dc:identifier>
</cp:coreProperties>
</file>