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7" r:id="rId17"/>
    <p:sldId id="276" r:id="rId18"/>
    <p:sldId id="270" r:id="rId19"/>
    <p:sldId id="265" r:id="rId20"/>
  </p:sldIdLst>
  <p:sldSz cx="18288000" cy="10287000"/>
  <p:notesSz cx="6858000" cy="9144000"/>
  <p:embeddedFontLst>
    <p:embeddedFont>
      <p:font typeface="Bookman Old Style" panose="02050604050505020204" pitchFamily="18" charset="0"/>
      <p:regular r:id="rId22"/>
      <p:bold r:id="rId23"/>
      <p:italic r:id="rId24"/>
      <p:boldItalic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Gotham" panose="020B0604020202020204" charset="0"/>
      <p:regular r:id="rId30"/>
      <p:bold r:id="rId31"/>
      <p:italic r:id="rId32"/>
      <p:boldItalic r:id="rId33"/>
    </p:embeddedFont>
    <p:embeddedFont>
      <p:font typeface="Gotham Bold Italics" panose="020B0604020202020204" charset="0"/>
      <p:regular r:id="rId30"/>
      <p:bold r:id="rId30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84" autoAdjust="0"/>
    <p:restoredTop sz="94635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44F5-8977-E7FB-1729-1F894509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4A9CA-FB01-0332-88EA-73DA0FDC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14F4B-A6ED-5212-3584-0144D0734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7C3C3-AC62-936D-5BDA-352CFEA833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08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DF33-8512-E5F1-8B89-FA6CBE2C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AAB68-A1F8-15C3-3C87-D742114B2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9FF111-EF12-DB00-CF7D-DF7087665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9D1B33-E6AF-6F94-F816-CD98F9F9F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7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2452725" y="-4705505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8432199" y="-239020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201465" y="5960505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RIGHT-JOB PORTAL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1028700" y="7818586"/>
            <a:ext cx="82677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P.VENKATA RAJESH– VTU25208– 23UECS0859</a:t>
            </a:r>
            <a:endParaRPr lang="en-IN" sz="3000" dirty="0">
              <a:latin typeface="Times New Roman" panose="02020603050405020304" pitchFamily="18" charset="0"/>
              <a:ea typeface="Cambri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9961671" y="7818586"/>
            <a:ext cx="7897968" cy="1997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Courses Handling Faculty: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Dr. HEMAMALINI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Assistance Professor(</a:t>
            </a:r>
            <a:r>
              <a:rPr lang="en-US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Sr.Grade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981200" y="2524115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 Job Portal Management System is a web-based application designed to connect job seekers and employers on a single platform.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an easy-to-use interface where users can search, view, and apply for jobs online from anywhere.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 job vacancies with details such as skills, experience, and salary, and manage applicants efficiently.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helps users create professional profiles and upload resumes for better visibility.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reduces manual effort involved in traditional job searching and recruitment processes.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filter and search jobs based on category, location, skills, and experience level.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application status and provides real-time notifications.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integrates REST APIs and third-party services for enhanced functionality.</a:t>
            </a: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develop a web-based Job Portal Management System that connects job seekers and employers on a single platform.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simplify and automate the recruitment process with features like job posting, job search, application tracking, and secure access.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44631" y="-2237175"/>
            <a:ext cx="11732787" cy="12976558"/>
            <a:chOff x="76200" y="47625"/>
            <a:chExt cx="867386" cy="959336"/>
          </a:xfrm>
        </p:grpSpPr>
        <p:sp>
          <p:nvSpPr>
            <p:cNvPr id="38" name="Freeform 38"/>
            <p:cNvSpPr/>
            <p:nvPr/>
          </p:nvSpPr>
          <p:spPr>
            <a:xfrm>
              <a:off x="130786" y="19416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AF64F0E-7A20-3D52-AD8B-0CF9F1A7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610" y="1296764"/>
            <a:ext cx="13215425" cy="85830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046426" y="-345215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44318" y="1959897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Input:</a:t>
            </a:r>
          </a:p>
          <a:p>
            <a:r>
              <a:rPr lang="en-US" sz="2800" dirty="0"/>
              <a:t>User registration details, login credentials, job postings, resume uploads, and job applications.</a:t>
            </a:r>
          </a:p>
          <a:p>
            <a:endParaRPr lang="en-US" sz="2800" dirty="0"/>
          </a:p>
          <a:p>
            <a:r>
              <a:rPr lang="en-US" sz="2800" dirty="0"/>
              <a:t>Processing:</a:t>
            </a:r>
          </a:p>
          <a:p>
            <a:r>
              <a:rPr lang="en-US" sz="2800" dirty="0"/>
              <a:t>User authentication, job search and filtering, REST API handling, application submission, validation, and status tracking.</a:t>
            </a:r>
          </a:p>
          <a:p>
            <a:endParaRPr lang="en-US" sz="2800" dirty="0"/>
          </a:p>
          <a:p>
            <a:r>
              <a:rPr lang="en-US" sz="2800" dirty="0"/>
              <a:t>Database:</a:t>
            </a:r>
          </a:p>
          <a:p>
            <a:r>
              <a:rPr lang="en-US" sz="2800" dirty="0"/>
              <a:t>Stores user details, employer details, job listings, applications, and resume files.</a:t>
            </a:r>
          </a:p>
          <a:p>
            <a:endParaRPr lang="en-US" sz="2800" dirty="0"/>
          </a:p>
          <a:p>
            <a:r>
              <a:rPr lang="en-US" sz="2800" dirty="0"/>
              <a:t>External APIs:</a:t>
            </a:r>
          </a:p>
          <a:p>
            <a:r>
              <a:rPr lang="en-US" sz="2800" dirty="0" err="1"/>
              <a:t>JSearch</a:t>
            </a:r>
            <a:r>
              <a:rPr lang="en-US" sz="2800" dirty="0"/>
              <a:t> API is used to fetch live job listings.</a:t>
            </a:r>
          </a:p>
          <a:p>
            <a:r>
              <a:rPr lang="en-US" sz="2800" dirty="0" err="1"/>
              <a:t>EmailJS</a:t>
            </a:r>
            <a:r>
              <a:rPr lang="en-US" sz="2800" dirty="0"/>
              <a:t> API is used to send automated email notifications.</a:t>
            </a:r>
          </a:p>
          <a:p>
            <a:endParaRPr lang="en-US" sz="2800" dirty="0"/>
          </a:p>
          <a:p>
            <a:r>
              <a:rPr lang="en-US" sz="2800" dirty="0"/>
              <a:t>Output:</a:t>
            </a:r>
          </a:p>
          <a:p>
            <a:r>
              <a:rPr lang="en-US" sz="2800" dirty="0"/>
              <a:t>Job listings, application status updates, notifications, dashboards, and reports.</a:t>
            </a: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56" t="-13516" r="3056" b="12884"/>
          <a:stretch>
            <a:fillRect/>
          </a:stretch>
        </p:blipFill>
        <p:spPr>
          <a:xfrm>
            <a:off x="4866851" y="361348"/>
            <a:ext cx="8536914" cy="9784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699657" y="1655863"/>
            <a:ext cx="14610602" cy="8586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HTML, CSS, JavaScript,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Java, Spring Boot, Spring MVC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REST API (Spring Boot REST Controllers)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Third-Party APIs: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sending email notifications)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(for fetching live job listings)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Visual Studio Code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 Workbench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Initializer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Minimum 4GB RAM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JDK 8 or above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Web Browser (Chrome)</a:t>
            </a:r>
            <a:endParaRPr lang="en-IN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4249400" y="-145462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Module 1: Job Seeker (User) Module</a:t>
            </a:r>
          </a:p>
          <a:p>
            <a:r>
              <a:rPr lang="en-IN" sz="2800" b="1" dirty="0"/>
              <a:t>Handles user registration, login, profile creation, resume upload, job search, and applying for jobs.</a:t>
            </a:r>
          </a:p>
          <a:p>
            <a:endParaRPr lang="en-IN" sz="2800" b="1" dirty="0"/>
          </a:p>
          <a:p>
            <a:r>
              <a:rPr lang="en-IN" sz="2800" b="1" dirty="0"/>
              <a:t>Module 2: Employer Module</a:t>
            </a:r>
          </a:p>
          <a:p>
            <a:r>
              <a:rPr lang="en-IN" sz="2800" b="1" dirty="0"/>
              <a:t>Allows employer login, posting job vacancies, managing job listings, and viewing applicants.</a:t>
            </a:r>
          </a:p>
          <a:p>
            <a:endParaRPr lang="en-IN" sz="2800" b="1" dirty="0"/>
          </a:p>
          <a:p>
            <a:r>
              <a:rPr lang="en-IN" sz="2800" b="1" dirty="0"/>
              <a:t>Module 3: Job Management Module</a:t>
            </a:r>
          </a:p>
          <a:p>
            <a:r>
              <a:rPr lang="en-IN" sz="2800" b="1" dirty="0"/>
              <a:t>Manages job details, job updates, filtering, searching, and deletion of job postings.</a:t>
            </a:r>
          </a:p>
          <a:p>
            <a:endParaRPr lang="en-IN" sz="2800" b="1" dirty="0"/>
          </a:p>
          <a:p>
            <a:r>
              <a:rPr lang="en-IN" sz="2800" b="1" dirty="0"/>
              <a:t>Module 4: Application Management Module</a:t>
            </a:r>
          </a:p>
          <a:p>
            <a:r>
              <a:rPr lang="en-IN" sz="2800" b="1" dirty="0"/>
              <a:t>Handles job applications, application tracking, status updates, and shortlist/reject process.</a:t>
            </a:r>
          </a:p>
          <a:p>
            <a:endParaRPr lang="en-IN" sz="2800" b="1" dirty="0"/>
          </a:p>
          <a:p>
            <a:r>
              <a:rPr lang="en-IN" sz="2800" b="1" dirty="0"/>
              <a:t>Module 5: API &amp; Notification Module</a:t>
            </a:r>
          </a:p>
          <a:p>
            <a:r>
              <a:rPr lang="en-IN" sz="2800" b="1" dirty="0"/>
              <a:t>Handles integration with external APIs: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EmailJS</a:t>
            </a:r>
            <a:r>
              <a:rPr lang="en-IN" sz="2800" b="1" dirty="0"/>
              <a:t> for sending automated notifications</a:t>
            </a:r>
          </a:p>
          <a:p>
            <a:r>
              <a:rPr lang="en-IN" sz="2800" b="1" dirty="0"/>
              <a:t>- </a:t>
            </a:r>
            <a:r>
              <a:rPr lang="en-IN" sz="2800" b="1" dirty="0" err="1"/>
              <a:t>JSearch</a:t>
            </a:r>
            <a:r>
              <a:rPr lang="en-IN" sz="2800" b="1" dirty="0"/>
              <a:t> API for fetching real-time job listings</a:t>
            </a:r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B0ABA0-5683-3A68-22CF-CEAB443F4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630" y="2352495"/>
            <a:ext cx="11040375" cy="518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589302" y="7668153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5ED4C2A-5217-618F-AE14-E94A74B3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665" y="2210702"/>
            <a:ext cx="11359829" cy="518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8" y="7227433"/>
            <a:ext cx="142615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secure access to the system and redirects users to their respective dashboards after successful login.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F4CF36-CA78-6CA8-C70B-FE07C8B58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985832"/>
            <a:ext cx="10750145" cy="494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51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 JOB POSTING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3225211" y="7246464"/>
            <a:ext cx="139454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create and post new job vacancies by entering details like title, description,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employers manage job listings and attract suitable candidates for recruitment.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53ACA-30D5-73C9-802E-2CACFF5B2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1905701"/>
            <a:ext cx="11140755" cy="5140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6589165" y="1226631"/>
            <a:ext cx="445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LISTINGS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E623-B9AD-E349-982B-7D6CAA8EC0CF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displays available job opportunities with details like job title, company, skills, and salary.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search jobs and view detailed information before applying.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847282-2A51-77FE-12C8-87F2A2396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346" y="2064886"/>
            <a:ext cx="9894791" cy="462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4D1ABC-508B-10A5-D28D-C7E91C462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3A577C9-B19A-ADDA-38CE-89B038C4B029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01A9BEF-33B5-D506-BD0E-2A690E4DD0B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69BE9FD-5FB0-5814-E5EA-F1A6470C75A4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AAB2939-7CC2-3518-B54E-DC435474A376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44A0E57-2D9F-CD6F-2513-7F20B60CAB9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5518B51-7DE7-ACA8-1290-E53C2297E5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42B4230-916A-E4F8-E28D-B70BFA78174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1009875-CD66-99D4-784B-91A4C93E56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18F5C88B-A930-5D67-1548-83A23BF76A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BC47802-A60D-2447-3F4A-DD70036183BB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F712E6E-5666-053E-C09B-8AF2B674448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19C9325-2720-DC69-B662-F905726F2D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52F13BB-EF26-69EC-2C01-9B4739B55F8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717A4C3-3872-8938-A235-84DAC472A5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89558A7-FDF5-2776-125C-861974FF53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73714BB-C985-BE85-629E-962CA8E5088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E493497-66F3-0250-8848-D394838E5E3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16467DD9-A2D5-EF62-536A-079F6A3A6FF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B143846-9E3B-DBA6-AFC0-9F6F12069BA2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6333463-95F6-6730-3286-24CBA16E7CF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80EAA72F-6926-DDFA-CE76-F9673BB29B3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0D7580DF-B16C-2DCE-990D-9A6D5D4022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9B30F68A-1476-5C2D-5336-E76FA1EC6A2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40DA11B-E01F-3AD8-4340-3B91FF0BB6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089E3F3-A780-B4A1-71C9-4F74121E949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746A87F-502E-C5D3-3B92-7D4F4E7128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43E9AA-6187-1363-E523-FBABA93C79E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3D14A2C-5FD0-7C14-6572-434778B92E64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5A195B84-1067-A178-D0E9-F2D7F4DC199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C6A6F3AB-3322-5A95-E3BE-251EE4FEB78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F56650F-83A4-160C-1D7B-33B8A59B23F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3D0EF64-C56D-CC79-A917-78ACC416D94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C91212-1441-951F-8401-1B1B11766570}"/>
              </a:ext>
            </a:extLst>
          </p:cNvPr>
          <p:cNvSpPr txBox="1"/>
          <p:nvPr/>
        </p:nvSpPr>
        <p:spPr>
          <a:xfrm>
            <a:off x="6589165" y="1226631"/>
            <a:ext cx="4951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BBBF80-B968-B531-5420-D34A14765EF7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EmailJS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is used to send automated email notifications to users.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sends confirmation messages for job applications and status updates.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improves communication between job seekers and employers in real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ACFF66-348C-5D1A-0942-019D4C1D3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620" y="1925696"/>
            <a:ext cx="11198529" cy="452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97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491B9B-D7D1-75BC-8B92-2DF319BB3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3663EE3B-1070-6379-A56D-388DC6DAE43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D9E0263-E548-12E1-3CC2-D174A168145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120A7CF-EB5F-5E12-2C2E-2E968447CB2F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05B9932-2C62-8502-5852-4B48EF84D1C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8EF15AF-AF41-9350-68A3-892ED962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2EFDACB-7BE3-7E0E-1515-3C8C6FE441A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1F73F3F-C061-32BB-ECF6-25E21B17C108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66ECC5C-AA05-F347-7E13-4D14A1C85C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186C1B2-4D01-61C3-08C5-0B2C200BC6D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6D6A51A-24E6-546D-0AB7-559018EBA60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5FA6817-7772-08FD-71F7-745F22EDAC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C44CD00-F186-EE49-9242-EA1180AAC2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BC19CFB6-FA19-2E7B-02E0-077CE2C4F1A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86DE410-7921-BAA4-F6BC-1BD3B580132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FB40050-6344-E3CA-480F-9E65E02D355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6BADFF7-A040-517B-29C8-B92D19FE61C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B2DEA9E-01FB-7919-268E-2BE9E0E5E36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026204E9-79DF-476F-4B7F-845BB1FFFC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CC706D1-B06B-416F-051C-7B758E034D3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5BC9538-3C6E-4241-10E8-B99D59A033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C699D54D-3846-4E09-F86A-CEF2BB4BD4E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661C7F37-BC1E-FE5C-D43F-BE3B3681B7D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DE3D84F1-E82D-295B-1388-11118A3510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5DB0BBE-1F04-AE36-A853-5E1C1DA30C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449AC48-B7C7-5293-8CA4-9942AD5BB8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AA37DCA-DA8A-AC83-1C5C-4E666A2F5D1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2B12322-FEDB-50A7-626C-4F829072DAC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B3C5BFE-0CDE-45C0-E618-7B311339F5EE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D3FAF8B9-9F2C-39EB-284E-0DDBFA4D901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444BBA0-2281-0D70-760F-11CDFCB7522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027D11D6-81A5-3D4B-5674-A945E743F59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A86BCE0-3D97-FCAC-6405-3F9D5DBFB5D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A4CC7-2D2C-8F70-CBE0-A66756349D98}"/>
              </a:ext>
            </a:extLst>
          </p:cNvPr>
          <p:cNvSpPr txBox="1"/>
          <p:nvPr/>
        </p:nvSpPr>
        <p:spPr>
          <a:xfrm>
            <a:off x="6589165" y="1226631"/>
            <a:ext cx="2558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A4C2501-94A2-F2A2-822D-5E204ED9D941}"/>
              </a:ext>
            </a:extLst>
          </p:cNvPr>
          <p:cNvSpPr txBox="1"/>
          <p:nvPr/>
        </p:nvSpPr>
        <p:spPr>
          <a:xfrm>
            <a:off x="3304081" y="7055740"/>
            <a:ext cx="139552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MySQL is used to store user, job, and application data in structured tables.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Spring Data JPA manages database operations and relationships efficiently.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database supports secure storage and integrates with APIs for real-time updates.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BD193-8D9F-904F-5611-826888627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066" y="2028165"/>
            <a:ext cx="14279968" cy="267689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65EFB1-9070-7B80-910E-AFEEA9A433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838549"/>
            <a:ext cx="2924583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23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67000" y="2018736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4634</TotalTime>
  <Words>1385</Words>
  <Application>Microsoft Office PowerPoint</Application>
  <PresentationFormat>Custom</PresentationFormat>
  <Paragraphs>356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Times New Roman</vt:lpstr>
      <vt:lpstr>Gotham</vt:lpstr>
      <vt:lpstr>Bookman Old Style</vt:lpstr>
      <vt:lpstr>Calibri</vt:lpstr>
      <vt:lpstr>Gotham Bold Italics</vt:lpstr>
      <vt:lpstr>Cambria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Achukatlu Kaif</dc:creator>
  <cp:lastModifiedBy>venkatarajesh pushpagiri</cp:lastModifiedBy>
  <cp:revision>74</cp:revision>
  <dcterms:created xsi:type="dcterms:W3CDTF">2006-08-16T00:00:00Z</dcterms:created>
  <dcterms:modified xsi:type="dcterms:W3CDTF">2026-05-06T04:30:16Z</dcterms:modified>
  <dc:identifier>DAHCaYqJ9OU</dc:identifier>
</cp:coreProperties>
</file>